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14"/>
    <p:restoredTop sz="94660"/>
  </p:normalViewPr>
  <p:slideViewPr>
    <p:cSldViewPr snapToGrid="0">
      <p:cViewPr varScale="1">
        <p:scale>
          <a:sx n="48" d="100"/>
          <a:sy n="48" d="100"/>
        </p:scale>
        <p:origin x="208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592A7-9C2C-A1AA-8BCD-1BDFC78A7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D5978F-B377-FB03-74DD-905EF03DB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7B1A3D-FACF-C24F-885D-0E24B8F0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D054E9-B9AC-3586-014F-B76A27B1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16FCCD-0C23-A3E7-713D-C900AEA2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155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8F693-C630-D7B6-1ABA-6348EE6A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D5852-B69C-0031-8892-3B123E745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FA7F64-3A8F-5764-7F28-EE1078DC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0ED904-3C64-D957-5B6A-DB8F3921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35424F-992F-2327-16BF-DF7665B9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489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078984-B7BF-0923-4566-CD762352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0E6E11-CB6D-6CBB-0D6F-B5EA44A65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65F530-B519-63C2-48B7-7B897711A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883265-DC52-7C55-F450-FF4D8ADA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E2B2F4-2DF6-8699-E898-FF2226B4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385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8185A-CDCC-66AD-42D9-F5481EC0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90FD97-FEFA-2BAA-77F4-012E7209D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89D1D0-F2D2-F406-DA8E-A379A3795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EDCB46-CAB0-830A-8B19-82CFD206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259F55-A9BF-CEE3-23F8-2B86A5C73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469E7E-1A6C-1FCA-8285-C7C191A7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895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32617-A37E-65F9-E7B1-C54FF4C6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C0B49C-85F6-63AB-BEBA-4AD513C7C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45022E-80A8-FB57-8769-19192B803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FE01BB-8B3E-2FFB-CE59-1C653BE8A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0D6A05-80DA-F282-1613-2744156A1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603DDA-E6DE-CDB4-7BCC-EA03C142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4FE525-817E-59E1-0039-68290843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729E1F-4F77-A59D-9D3A-3DB2B0BE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846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7DBB9-034B-C08C-5F8C-796543EA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B77A9C-4444-54C7-E740-B438B935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C8D646-1206-1277-7109-B20DF6EA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A5DE92-AD09-56DC-2F31-5FE1D461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0838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13ECE5-0548-005D-880D-0C15D635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984F2E-9AB3-68C3-80A5-95D7D469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EA80E-2304-13FF-B240-672AF7ED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746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488AB-2CE7-C0C5-5DB3-2DADBBC7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5609F-3369-40FC-D62D-F7AE77BAB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8D94F3-7DA5-C856-DF9B-7A57D25DA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99C973-7A52-A858-6656-C66233EA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9D85A8-671D-2B0B-1700-5C0D6B0F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D478B1-F17B-741E-E668-8DF60206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2252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6CDB7-01B7-DD4C-A485-364A042C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D4359C-9C65-C27A-4498-DD8F878C4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2EA9DB-8573-523E-6CE1-8BF74BD95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03107D-064C-E709-BFBE-05DF467A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1904DC-C10A-BA6A-DFAE-A47686BE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CA4D68-774E-6C16-B2BE-D0A2803D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561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34B88-D654-2C15-D8DF-3811052D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2EE73D-AFEC-8B73-6742-F0B38875D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0F0DD-7B19-DCB6-5D1F-F7556AC3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42C8EC-C49B-C3C9-3ED7-F4B55418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206A2F-6F45-5811-9788-60C0C560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0225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939CF2-A125-9438-0761-DBEFB2B69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D1440D-3DAC-A9DB-63ED-D50A401B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6089B-0C13-18D6-BFC0-1FD05CB3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FA0688-4C7F-063C-93AE-A189F8C2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B48C72-3C28-DD0B-694B-BE8425AC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694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DF405B-00FA-82D9-43CB-5D882E87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C5B861-D0FF-20AB-4775-B2B4C4F83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0B18B-1814-6C74-D42B-59BF9FD10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0894F-8AA4-CE4F-BD11-A9B920F1BBAE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0EEDD-16D9-34A9-37BA-83689DF33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23C57C-D260-BB33-6546-1187D5863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D0D5A-7D72-624C-AB78-8DA936D417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596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8E6E1-30C8-D9A2-FE7C-3A59EB0F1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DA38B8-2AAA-8D8D-6BC5-DB97093C1D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 descr="图形用户界面&#10;&#10;中度可信度描述已自动生成">
            <a:extLst>
              <a:ext uri="{FF2B5EF4-FFF2-40B4-BE49-F238E27FC236}">
                <a16:creationId xmlns:a16="http://schemas.microsoft.com/office/drawing/2014/main" id="{3C086246-AEE9-EC00-DE69-1BB8B662E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15"/>
            <a:ext cx="12191999" cy="686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9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片包含 网站&#10;&#10;描述已自动生成">
            <a:extLst>
              <a:ext uri="{FF2B5EF4-FFF2-40B4-BE49-F238E27FC236}">
                <a16:creationId xmlns:a16="http://schemas.microsoft.com/office/drawing/2014/main" id="{BCC0C61C-DBC3-CD4D-47E8-A2EC4178C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1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F138D-20DE-F6ED-39D8-9FE0BA08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图形用户界面, 网站&#10;&#10;描述已自动生成">
            <a:extLst>
              <a:ext uri="{FF2B5EF4-FFF2-40B4-BE49-F238E27FC236}">
                <a16:creationId xmlns:a16="http://schemas.microsoft.com/office/drawing/2014/main" id="{BDF4405F-6F28-4E54-0841-FC467223C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9940" y="-169609"/>
            <a:ext cx="12371880" cy="7197218"/>
          </a:xfrm>
        </p:spPr>
      </p:pic>
    </p:spTree>
    <p:extLst>
      <p:ext uri="{BB962C8B-B14F-4D97-AF65-F5344CB8AC3E}">
        <p14:creationId xmlns:p14="http://schemas.microsoft.com/office/powerpoint/2010/main" val="206446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示&#10;&#10;中度可信度描述已自动生成">
            <a:extLst>
              <a:ext uri="{FF2B5EF4-FFF2-40B4-BE49-F238E27FC236}">
                <a16:creationId xmlns:a16="http://schemas.microsoft.com/office/drawing/2014/main" id="{6E649682-1D32-90C2-1E02-C98F13017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8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形用户界面&#10;&#10;中度可信度描述已自动生成">
            <a:extLst>
              <a:ext uri="{FF2B5EF4-FFF2-40B4-BE49-F238E27FC236}">
                <a16:creationId xmlns:a16="http://schemas.microsoft.com/office/drawing/2014/main" id="{237C96A0-DACF-4470-1111-09A9AE425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手机屏幕的截图&#10;&#10;描述已自动生成">
            <a:extLst>
              <a:ext uri="{FF2B5EF4-FFF2-40B4-BE49-F238E27FC236}">
                <a16:creationId xmlns:a16="http://schemas.microsoft.com/office/drawing/2014/main" id="{413BF6D5-2338-7BFB-141D-7026F1E59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7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形用户界面&#10;&#10;低可信度描述已自动生成">
            <a:extLst>
              <a:ext uri="{FF2B5EF4-FFF2-40B4-BE49-F238E27FC236}">
                <a16:creationId xmlns:a16="http://schemas.microsoft.com/office/drawing/2014/main" id="{B44EE224-35BF-A99C-80E7-ADCA26C12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形用户界面, 应用程序&#10;&#10;描述已自动生成">
            <a:extLst>
              <a:ext uri="{FF2B5EF4-FFF2-40B4-BE49-F238E27FC236}">
                <a16:creationId xmlns:a16="http://schemas.microsoft.com/office/drawing/2014/main" id="{B33CB0DE-0816-5C22-7CCE-387F8A528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67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宽屏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qingzhou1003@outlook.com</dc:creator>
  <cp:lastModifiedBy>qingzhou1003@outlook.com</cp:lastModifiedBy>
  <cp:revision>2</cp:revision>
  <dcterms:created xsi:type="dcterms:W3CDTF">2026-09-17T09:26:19Z</dcterms:created>
  <dcterms:modified xsi:type="dcterms:W3CDTF">2026-09-23T06:31:37Z</dcterms:modified>
</cp:coreProperties>
</file>